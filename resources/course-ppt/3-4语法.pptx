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AC81F-78B1-5082-D2BC-2C30A5584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0D4752-C638-9511-49B4-C9DF3610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45A7E-F37A-27F1-FAFA-8ED380F2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BAC01-5DEE-F5F5-1283-BDC65980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C299E0-2FE0-67D9-5990-EF43D16F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6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52F12-6C3F-D638-3FF3-D38A39E0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1B9F4-E9E1-D43A-248F-0EEF5DB15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34E61-519D-750F-CDA5-0CB79D14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C667A1-6BE8-D24B-405B-099D4DE3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99030-5993-C7A1-3028-45D9F566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27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49A5C-2D5B-3963-03B8-6020A6CB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E8CF8-4766-827F-2746-CBEF79F5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46EC1-CD71-D6D9-0F36-7C76CE11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91451-9E4A-658D-E5CC-F71D2DEF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B37FA6-2E1E-620E-907E-64B153C4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7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579AB-48D3-35CD-B16E-BF86BA8A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01A24-403C-8EBD-8020-820CD8A9C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CB26F-8B47-FD64-E3DD-5AF5A03BE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542082-1FD0-67B1-602D-18F78A9B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CF9111-C26B-34BC-B9A6-03514AE2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CE633D-7E15-3687-20E3-458843DC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1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A920C-6317-7BA5-D21B-9EF342AE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2F57-5DDA-3339-A3B4-1A8EFAE0A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A30498-FD89-7034-AFCB-FFB8E5595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E76B1A-5E94-DF10-258B-B15BC45C8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DCFC02-F998-54C1-1A68-E629DC5A6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596605-C0A5-26EB-CDE2-1CB0F797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8C3FC7-C16A-4D32-59D1-E9705700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D68EB1-5DDC-FADE-57BD-100EB587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05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092D1-9F2B-3EAD-6951-F229AC34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FF9A2B-7EAE-288C-B9B6-5F6A94C1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B1B295-A2E8-B811-5726-6C7E4D39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332265-FFF0-B6C5-9AE4-91949B8C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40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23D401-679E-2662-B405-3C310BCF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FE21F3-67B1-E135-ADA4-C300A8B4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D8B66-D009-7EAE-81EC-4092AB48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02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A1900-A2A7-1991-0972-5BEE331F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4B9B0-F22B-A740-0D12-9A3C3599E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E463B0-6197-B30E-0FF1-4F323D507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68B1AE-B377-ACA7-8B2D-7FB7FC3C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909380-6D2C-5312-ED57-82B6C75A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349CD6-B4CF-AE47-6F76-03C8D3FA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11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D4C40-F357-9D04-5D37-10F012C6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9CC14F-0D56-7D8B-E8C6-DBC09A24D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BB6A56-DDAA-B1B5-6A42-23BDD2CA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3472CB-F613-0FB4-FEA9-9DDC44DE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A4AD0C-445C-E69D-045D-3FC9272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05E0C-0EB5-DA44-2987-71AE8968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89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2C551-5D5C-4781-041D-BB9F685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EF2256-5850-4EA2-8FE5-52322C379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C66BF2-AA61-BEB7-1226-40BD24AC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47EF0-EBE4-442C-B520-E813FB80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A7670-D457-9CC9-0913-E243F081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2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0AE24C-E7AB-A34B-2FE7-E54F9A1AD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A4060A-3926-76E6-91D4-4476857C1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16D76-34F2-F0A7-F27B-D63A6DAF8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375CD-1A53-F5CB-DD33-36A695D8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05353-7F70-1C44-AC26-384FEECA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4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04EB21-8AF9-6ADA-8895-6E637E80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A9EB63-CDBE-F12D-630E-E9360E6C5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A8492-F92D-A176-D88F-66C4EAF90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5C06F-9617-4C5C-ABA2-B8E97430DC3D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FD851-A0A8-4465-7E8A-26EC94B49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F878C-34CE-1911-33D2-791F088DB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F74D8-2CB5-4FC7-9805-CFB2FA4250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10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91132-C389-A626-E418-715BF9D62E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Grammar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56B538-7B47-5828-5495-87CC35ACA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语法</a:t>
            </a:r>
          </a:p>
        </p:txBody>
      </p:sp>
    </p:spTree>
    <p:extLst>
      <p:ext uri="{BB962C8B-B14F-4D97-AF65-F5344CB8AC3E}">
        <p14:creationId xmlns:p14="http://schemas.microsoft.com/office/powerpoint/2010/main" val="334961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C5EF8-CEAC-B611-FF55-544779B4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be</a:t>
            </a:r>
            <a:r>
              <a:rPr lang="zh-CN" altLang="en-US" dirty="0"/>
              <a:t>动词</a:t>
            </a:r>
            <a:r>
              <a:rPr lang="en-US" altLang="zh-CN" dirty="0"/>
              <a:t>: am/is/are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AC37823-1D83-7094-44C2-936EAC643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6464"/>
            <a:ext cx="10255914" cy="4904118"/>
          </a:xfrm>
        </p:spPr>
      </p:pic>
    </p:spTree>
    <p:extLst>
      <p:ext uri="{BB962C8B-B14F-4D97-AF65-F5344CB8AC3E}">
        <p14:creationId xmlns:p14="http://schemas.microsoft.com/office/powerpoint/2010/main" val="19398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BC6B9-F72C-0324-C9F1-E95C33EC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2</a:t>
            </a:r>
            <a:r>
              <a:rPr lang="zh-CN" altLang="en-US" dirty="0"/>
              <a:t>：动词的变形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56800BA-4B81-4A6D-BD4B-7E45A2E6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572" y="1383931"/>
            <a:ext cx="10254855" cy="5108944"/>
          </a:xfrm>
        </p:spPr>
      </p:pic>
    </p:spTree>
    <p:extLst>
      <p:ext uri="{BB962C8B-B14F-4D97-AF65-F5344CB8AC3E}">
        <p14:creationId xmlns:p14="http://schemas.microsoft.com/office/powerpoint/2010/main" val="3053261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E4443-2451-CB05-8FA1-2983A3DD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3</a:t>
            </a:r>
            <a:r>
              <a:rPr lang="zh-CN" altLang="en-US" dirty="0"/>
              <a:t>：可数名词复数的变形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4D54E533-7A2E-6140-168D-2269D6AA6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365" y="1690688"/>
            <a:ext cx="4565512" cy="4721962"/>
          </a:xfrm>
        </p:spPr>
      </p:pic>
    </p:spTree>
    <p:extLst>
      <p:ext uri="{BB962C8B-B14F-4D97-AF65-F5344CB8AC3E}">
        <p14:creationId xmlns:p14="http://schemas.microsoft.com/office/powerpoint/2010/main" val="1337633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3BBC8-0B39-77C1-E866-1DAD2A00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4</a:t>
            </a:r>
            <a:r>
              <a:rPr lang="zh-CN" altLang="en-US" dirty="0"/>
              <a:t>：人称代词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C15A590-513C-DCBD-6CD2-83E6C3BC2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1948"/>
            <a:ext cx="4884926" cy="3014104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79298B3-FD86-A224-56CA-59C50961BC0D}"/>
              </a:ext>
            </a:extLst>
          </p:cNvPr>
          <p:cNvSpPr txBox="1"/>
          <p:nvPr/>
        </p:nvSpPr>
        <p:spPr>
          <a:xfrm>
            <a:off x="6096000" y="2114092"/>
            <a:ext cx="48849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主语</a:t>
            </a:r>
            <a:r>
              <a:rPr lang="zh-CN" altLang="en-US" sz="2800" dirty="0"/>
              <a:t>，谓语，</a:t>
            </a:r>
            <a:r>
              <a:rPr lang="zh-CN" altLang="en-US" sz="2800" dirty="0">
                <a:solidFill>
                  <a:srgbClr val="00B0F0"/>
                </a:solidFill>
              </a:rPr>
              <a:t>宾语</a:t>
            </a:r>
            <a:endParaRPr lang="en-US" altLang="zh-CN" sz="2800" dirty="0">
              <a:solidFill>
                <a:srgbClr val="00B0F0"/>
              </a:solidFill>
            </a:endParaRPr>
          </a:p>
          <a:p>
            <a:endParaRPr lang="en-US" altLang="zh-CN" sz="2800" dirty="0">
              <a:solidFill>
                <a:srgbClr val="00B0F0"/>
              </a:solidFill>
            </a:endParaRPr>
          </a:p>
          <a:p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/>
              <a:t>       like     </a:t>
            </a:r>
            <a:r>
              <a:rPr lang="en-US" altLang="zh-CN" sz="2800" dirty="0">
                <a:solidFill>
                  <a:srgbClr val="00B0F0"/>
                </a:solidFill>
              </a:rPr>
              <a:t>him.    </a:t>
            </a:r>
            <a:r>
              <a:rPr lang="zh-CN" altLang="en-US" sz="2800" dirty="0"/>
              <a:t>我喜欢他。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>
                <a:solidFill>
                  <a:srgbClr val="00B0F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 He     </a:t>
            </a:r>
            <a:r>
              <a:rPr lang="en-US" altLang="zh-CN" sz="2800" dirty="0"/>
              <a:t>likes</a:t>
            </a:r>
            <a:r>
              <a:rPr lang="en-US" altLang="zh-CN" sz="2800" dirty="0">
                <a:solidFill>
                  <a:srgbClr val="00B0F0"/>
                </a:solidFill>
              </a:rPr>
              <a:t>     me.    </a:t>
            </a:r>
            <a:r>
              <a:rPr lang="zh-CN" altLang="en-US" sz="2800" dirty="0"/>
              <a:t>他喜欢我</a:t>
            </a:r>
          </a:p>
        </p:txBody>
      </p:sp>
    </p:spTree>
    <p:extLst>
      <p:ext uri="{BB962C8B-B14F-4D97-AF65-F5344CB8AC3E}">
        <p14:creationId xmlns:p14="http://schemas.microsoft.com/office/powerpoint/2010/main" val="27200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B0F28-4170-3B1B-B11F-4687AC84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5</a:t>
            </a:r>
            <a:r>
              <a:rPr lang="zh-CN" altLang="en-US" dirty="0"/>
              <a:t>：冠词 </a:t>
            </a:r>
            <a:r>
              <a:rPr lang="en-US" altLang="zh-CN" dirty="0"/>
              <a:t>a, an, the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50B065-E603-E47C-BEA1-6064BA13D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8682"/>
            <a:ext cx="10260556" cy="5013846"/>
          </a:xfrm>
        </p:spPr>
      </p:pic>
    </p:spTree>
    <p:extLst>
      <p:ext uri="{BB962C8B-B14F-4D97-AF65-F5344CB8AC3E}">
        <p14:creationId xmlns:p14="http://schemas.microsoft.com/office/powerpoint/2010/main" val="405915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68646-418D-BF58-C4C8-32436318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语法点</a:t>
            </a:r>
            <a:r>
              <a:rPr lang="en-US" altLang="zh-CN" dirty="0"/>
              <a:t>5</a:t>
            </a:r>
            <a:r>
              <a:rPr lang="zh-CN" altLang="en-US" dirty="0"/>
              <a:t>：冠词 </a:t>
            </a:r>
            <a:r>
              <a:rPr lang="en-US" altLang="zh-CN" dirty="0"/>
              <a:t>a, an, the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B69BC7-E296-1B17-B568-7A440A0E5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2886"/>
            <a:ext cx="10515600" cy="3295259"/>
          </a:xfrm>
        </p:spPr>
      </p:pic>
    </p:spTree>
    <p:extLst>
      <p:ext uri="{BB962C8B-B14F-4D97-AF65-F5344CB8AC3E}">
        <p14:creationId xmlns:p14="http://schemas.microsoft.com/office/powerpoint/2010/main" val="3228761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</Words>
  <Application>Microsoft Office PowerPoint</Application>
  <PresentationFormat>宽屏</PresentationFormat>
  <Paragraphs>13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Grammar</vt:lpstr>
      <vt:lpstr>语法点1：be动词: am/is/are</vt:lpstr>
      <vt:lpstr>语法点2：动词的变形</vt:lpstr>
      <vt:lpstr>语法点3：可数名词复数的变形</vt:lpstr>
      <vt:lpstr>语法点4：人称代词</vt:lpstr>
      <vt:lpstr>语法点5：冠词 a, an, the</vt:lpstr>
      <vt:lpstr>语法点5：冠词 a, an, the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Wu</dc:creator>
  <cp:lastModifiedBy>Dan Wu</cp:lastModifiedBy>
  <cp:revision>1</cp:revision>
  <dcterms:created xsi:type="dcterms:W3CDTF">2025-06-24T03:31:02Z</dcterms:created>
  <dcterms:modified xsi:type="dcterms:W3CDTF">2025-06-24T03:36:11Z</dcterms:modified>
</cp:coreProperties>
</file>